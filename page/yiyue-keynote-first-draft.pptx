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b7a532d264588" /><Relationship Type="http://schemas.openxmlformats.org/officeDocument/2006/relationships/extended-properties" Target="/docProps/app.xml" Id="R4d389ed368744dbd" /><Relationship Type="http://schemas.openxmlformats.org/officeDocument/2006/relationships/officeDocument" Target="/ppt/presentation.xml" Id="R719df428e80a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5308fe4d9462d"/>
  </p:sldMasterIdLst>
  <p:notesMasterIdLst>
    <p:notesMasterId xmlns:r="http://schemas.openxmlformats.org/officeDocument/2006/relationships" r:id="Rd92a02b9a8644418"/>
  </p:notesMasterIdLst>
  <p:sldIdLst>
    <p:sldId xmlns:r="http://schemas.openxmlformats.org/officeDocument/2006/relationships" id="256" r:id="Re4bf9fcfa9914e2b"/>
    <p:sldId xmlns:r="http://schemas.openxmlformats.org/officeDocument/2006/relationships" id="257" r:id="R3973da15d7f3409a"/>
    <p:sldId xmlns:r="http://schemas.openxmlformats.org/officeDocument/2006/relationships" id="258" r:id="Raf1aaf4c8a8d4c33"/>
    <p:sldId xmlns:r="http://schemas.openxmlformats.org/officeDocument/2006/relationships" id="259" r:id="R742df5c151284fb4"/>
    <p:sldId xmlns:r="http://schemas.openxmlformats.org/officeDocument/2006/relationships" id="260" r:id="R6fe51499400f4702"/>
    <p:sldId xmlns:r="http://schemas.openxmlformats.org/officeDocument/2006/relationships" id="261" r:id="R55a41d484c224059"/>
    <p:sldId xmlns:r="http://schemas.openxmlformats.org/officeDocument/2006/relationships" id="262" r:id="R47182f655b8f4d83"/>
    <p:sldId xmlns:r="http://schemas.openxmlformats.org/officeDocument/2006/relationships" id="263" r:id="R93da78ba04bd4b1d"/>
    <p:sldId xmlns:r="http://schemas.openxmlformats.org/officeDocument/2006/relationships" id="264" r:id="R69d49e0f8f3b4e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c065c7be14dc6" /><Relationship Type="http://schemas.openxmlformats.org/officeDocument/2006/relationships/slideMaster" Target="/ppt/slideMasters/slideMaster1.xml" Id="R1a45308fe4d9462d" /><Relationship Type="http://schemas.openxmlformats.org/officeDocument/2006/relationships/notesMaster" Target="/ppt/notesMasters/notesMaster1.xml" Id="Rd92a02b9a8644418" /><Relationship Type="http://schemas.openxmlformats.org/officeDocument/2006/relationships/presProps" Target="/ppt/presProps.xml" Id="Rb9c579c07ddb4d6b" /><Relationship Type="http://schemas.openxmlformats.org/officeDocument/2006/relationships/tableStyles" Target="/ppt/tableStyles.xml" Id="R592517da50f24564" /><Relationship Type="http://schemas.openxmlformats.org/officeDocument/2006/relationships/slide" Target="/ppt/slides/slide1.xml" Id="Re4bf9fcfa9914e2b" /><Relationship Type="http://schemas.openxmlformats.org/officeDocument/2006/relationships/slide" Target="/ppt/slides/slide2.xml" Id="R3973da15d7f3409a" /><Relationship Type="http://schemas.openxmlformats.org/officeDocument/2006/relationships/slide" Target="/ppt/slides/slide3.xml" Id="Raf1aaf4c8a8d4c33" /><Relationship Type="http://schemas.openxmlformats.org/officeDocument/2006/relationships/slide" Target="/ppt/slides/slide4.xml" Id="R742df5c151284fb4" /><Relationship Type="http://schemas.openxmlformats.org/officeDocument/2006/relationships/slide" Target="/ppt/slides/slide5.xml" Id="R6fe51499400f4702" /><Relationship Type="http://schemas.openxmlformats.org/officeDocument/2006/relationships/slide" Target="/ppt/slides/slide6.xml" Id="R55a41d484c224059" /><Relationship Type="http://schemas.openxmlformats.org/officeDocument/2006/relationships/slide" Target="/ppt/slides/slide7.xml" Id="R47182f655b8f4d83" /><Relationship Type="http://schemas.openxmlformats.org/officeDocument/2006/relationships/slide" Target="/ppt/slides/slide8.xml" Id="R93da78ba04bd4b1d" /><Relationship Type="http://schemas.openxmlformats.org/officeDocument/2006/relationships/slide" Target="/ppt/slides/slide9.xml" Id="R69d49e0f8f3b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d62eb8c6e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ba3bb5ed94e04" /><Relationship Type="http://schemas.openxmlformats.org/officeDocument/2006/relationships/notesMaster" Target="/ppt/notesMasters/notesMaster1.xml" Id="Rf27ab4883825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4244f80bca471a" /><Relationship Type="http://schemas.openxmlformats.org/officeDocument/2006/relationships/notesMaster" Target="/ppt/notesMasters/notesMaster1.xml" Id="R2f7d3d633a9d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188011944a48ef" /><Relationship Type="http://schemas.openxmlformats.org/officeDocument/2006/relationships/notesMaster" Target="/ppt/notesMasters/notesMaster1.xml" Id="R6fffc8526900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4db03a3eea4396" /><Relationship Type="http://schemas.openxmlformats.org/officeDocument/2006/relationships/notesMaster" Target="/ppt/notesMasters/notesMaster1.xml" Id="R4ca527947cb240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19b26677474da5" /><Relationship Type="http://schemas.openxmlformats.org/officeDocument/2006/relationships/notesMaster" Target="/ppt/notesMasters/notesMaster1.xml" Id="R04bfcfd92d0d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6d21cfab2546fc" /><Relationship Type="http://schemas.openxmlformats.org/officeDocument/2006/relationships/notesMaster" Target="/ppt/notesMasters/notesMaster1.xml" Id="Rfe4921924acb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71e03c2dd4336" /><Relationship Type="http://schemas.openxmlformats.org/officeDocument/2006/relationships/notesMaster" Target="/ppt/notesMasters/notesMaster1.xml" Id="Rcf018179657849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924eb791f440ac" /><Relationship Type="http://schemas.openxmlformats.org/officeDocument/2006/relationships/notesMaster" Target="/ppt/notesMasters/notesMaster1.xml" Id="R778bfa298eca47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32a64617494d17" /><Relationship Type="http://schemas.openxmlformats.org/officeDocument/2006/relationships/notesMaster" Target="/ppt/notesMasters/notesMaster1.xml" Id="Rcec454b10919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0765c9d3847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05d8ebc74843be" /><Relationship Type="http://schemas.openxmlformats.org/officeDocument/2006/relationships/slideLayout" Target="/ppt/slideLayouts/slideLayout1.xml" Id="R309863e815b0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9863e815b0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8cc8ea9484679" /><Relationship Type="http://schemas.openxmlformats.org/officeDocument/2006/relationships/image" Target="/ppt/media/image.png" Id="Rceeae8dc8463485a" /><Relationship Type="http://schemas.openxmlformats.org/officeDocument/2006/relationships/notesSlide" Target="/ppt/notesSlides/notesSlide1.xml" Id="R3b285cda8a7c45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4e08c00e54be2" /><Relationship Type="http://schemas.openxmlformats.org/officeDocument/2006/relationships/image" Target="/ppt/media/image2.png" Id="Rd3c223f22a034aac" /><Relationship Type="http://schemas.openxmlformats.org/officeDocument/2006/relationships/notesSlide" Target="/ppt/notesSlides/notesSlide2.xml" Id="R2c550dcfe265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8c90ed6e7464b" /><Relationship Type="http://schemas.openxmlformats.org/officeDocument/2006/relationships/image" Target="/ppt/media/image3.png" Id="R8fe0a905ba57456f" /><Relationship Type="http://schemas.openxmlformats.org/officeDocument/2006/relationships/image" Target="/ppt/media/image4.png" Id="Rf3c3a7979c9f4000" /><Relationship Type="http://schemas.openxmlformats.org/officeDocument/2006/relationships/notesSlide" Target="/ppt/notesSlides/notesSlide3.xml" Id="Rb831296484b643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b003ea02548da" /><Relationship Type="http://schemas.openxmlformats.org/officeDocument/2006/relationships/image" Target="/ppt/media/image5.png" Id="Rd2746e865bad4a72" /><Relationship Type="http://schemas.openxmlformats.org/officeDocument/2006/relationships/notesSlide" Target="/ppt/notesSlides/notesSlide4.xml" Id="R71ea62d8984242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f1bc9969d4f72" /><Relationship Type="http://schemas.openxmlformats.org/officeDocument/2006/relationships/image" Target="/ppt/media/image6.png" Id="R66f074479319429a" /><Relationship Type="http://schemas.openxmlformats.org/officeDocument/2006/relationships/image" Target="/ppt/media/image7.png" Id="Rd461318da4d346eb" /><Relationship Type="http://schemas.openxmlformats.org/officeDocument/2006/relationships/notesSlide" Target="/ppt/notesSlides/notesSlide5.xml" Id="R4853f03a5a8b44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68c620f434037" /><Relationship Type="http://schemas.openxmlformats.org/officeDocument/2006/relationships/image" Target="/ppt/media/image8.png" Id="Rf6e295049b474991" /><Relationship Type="http://schemas.openxmlformats.org/officeDocument/2006/relationships/image" Target="/ppt/media/image9.png" Id="Rbb03b821c61e4618" /><Relationship Type="http://schemas.openxmlformats.org/officeDocument/2006/relationships/notesSlide" Target="/ppt/notesSlides/notesSlide6.xml" Id="R35f3ded692d244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52a2a9e043da" /><Relationship Type="http://schemas.openxmlformats.org/officeDocument/2006/relationships/image" Target="/ppt/media/image10.png" Id="Rc0e9c58d24474e0e" /><Relationship Type="http://schemas.openxmlformats.org/officeDocument/2006/relationships/image" Target="/ppt/media/image11.png" Id="R83acd5ee350d4744" /><Relationship Type="http://schemas.openxmlformats.org/officeDocument/2006/relationships/notesSlide" Target="/ppt/notesSlides/notesSlide7.xml" Id="R615763d48681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36a79c08b4470" /><Relationship Type="http://schemas.openxmlformats.org/officeDocument/2006/relationships/image" Target="/ppt/media/image12.png" Id="R8e5a0848a4c249cb" /><Relationship Type="http://schemas.openxmlformats.org/officeDocument/2006/relationships/image" Target="/ppt/media/image13.png" Id="R3f599e22b3394025" /><Relationship Type="http://schemas.openxmlformats.org/officeDocument/2006/relationships/notesSlide" Target="/ppt/notesSlides/notesSlide8.xml" Id="R0b66fbeddea94c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516a6bb314a2e" /><Relationship Type="http://schemas.openxmlformats.org/officeDocument/2006/relationships/image" Target="/ppt/media/image14.png" Id="R23400895caf64f20" /><Relationship Type="http://schemas.openxmlformats.org/officeDocument/2006/relationships/notesSlide" Target="/ppt/notesSlides/notesSlide9.xml" Id="R14e8ebdebdcb49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page">
            <a:extLst xmlns:a="http://schemas.openxmlformats.org/drawingml/2006/main">
              <a:ext uri="{FF2B5EF4-FFF2-40B4-BE49-F238E27FC236}">
                <a16:creationId xmlns:a16="http://schemas.microsoft.com/office/drawing/2014/main" id="{C6D43EF5-6D7A-4AF3-BEDC-01412070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7D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ae8dc8463485a"/>
          <a:stretch xmlns:a="http://schemas.openxmlformats.org/drawingml/2006/main"/>
        </p:blipFill>
        <p:spPr>
          <a:xfrm xmlns:a="http://schemas.openxmlformats.org/drawingml/2006/main">
            <a:off x="5048250" y="1123950"/>
            <a:ext cx="2095500" cy="2095500"/>
          </a:xfrm>
          <a:prstGeom xmlns:a="http://schemas.openxmlformats.org/drawingml/2006/main" prst="roundRect">
            <a:avLst>
              <a:gd name="adj" fmla="val 23636"/>
            </a:avLst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B07632-8862-4D34-A134-50FD903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1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D5A4BA-23B9-45CD-8171-9D6E2B3D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写下只属于你的想法</a:t>
            </a:r>
          </a:p>
        </p:txBody>
      </p:sp>
      <p:sp>
        <p:nvSpPr>
          <p:cNvPr id="5" name="pill-免登录-392">
            <a:extLst xmlns:a="http://schemas.openxmlformats.org/drawingml/2006/main">
              <a:ext uri="{FF2B5EF4-FFF2-40B4-BE49-F238E27FC236}">
                <a16:creationId xmlns:a16="http://schemas.microsoft.com/office/drawing/2014/main" id="{AC3E053F-AA6F-4418-9D93-024176B8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8160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l-text-免登录-392">
            <a:extLst xmlns:a="http://schemas.openxmlformats.org/drawingml/2006/main">
              <a:ext uri="{FF2B5EF4-FFF2-40B4-BE49-F238E27FC236}">
                <a16:creationId xmlns:a16="http://schemas.microsoft.com/office/drawing/2014/main" id="{D45BF854-B015-4ED2-9842-C47CDAD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387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免登录</a:t>
            </a:r>
          </a:p>
        </p:txBody>
      </p:sp>
      <p:sp>
        <p:nvSpPr>
          <p:cNvPr id="7" name="pill-本地优先-566">
            <a:extLst xmlns:a="http://schemas.openxmlformats.org/drawingml/2006/main">
              <a:ext uri="{FF2B5EF4-FFF2-40B4-BE49-F238E27FC236}">
                <a16:creationId xmlns:a16="http://schemas.microsoft.com/office/drawing/2014/main" id="{A2EDE991-D4F7-45F5-B924-F5EA6193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18160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l-text-本地优先-566">
            <a:extLst xmlns:a="http://schemas.openxmlformats.org/drawingml/2006/main">
              <a:ext uri="{FF2B5EF4-FFF2-40B4-BE49-F238E27FC236}">
                <a16:creationId xmlns:a16="http://schemas.microsoft.com/office/drawing/2014/main" id="{01630CFA-A014-4283-8D59-5A9AAA5E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本地优先</a:t>
            </a:r>
          </a:p>
        </p:txBody>
      </p:sp>
      <p:sp>
        <p:nvSpPr>
          <p:cNvPr id="9" name="pill-专注写作-740">
            <a:extLst xmlns:a="http://schemas.openxmlformats.org/drawingml/2006/main">
              <a:ext uri="{FF2B5EF4-FFF2-40B4-BE49-F238E27FC236}">
                <a16:creationId xmlns:a16="http://schemas.microsoft.com/office/drawing/2014/main" id="{9F21AABB-D81B-4505-88C2-9732AE70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8160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-专注写作-740">
            <a:extLst xmlns:a="http://schemas.openxmlformats.org/drawingml/2006/main">
              <a:ext uri="{FF2B5EF4-FFF2-40B4-BE49-F238E27FC236}">
                <a16:creationId xmlns:a16="http://schemas.microsoft.com/office/drawing/2014/main" id="{88B719C9-B782-44EA-A368-7EB21B0C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387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9B76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B7625"/>
                </a:solidFill>
                <a:latin typeface="PingFang SC"/>
                <a:ea typeface="PingFang SC"/>
                <a:cs typeface="PingFang SC"/>
              </a:rPr>
              <a:t>专注写作</a:t>
            </a:r>
          </a:p>
        </p:txBody>
      </p:sp>
    </p:spTree>
    <p:extLst>
      <p:ext uri="{BB962C8B-B14F-4D97-AF65-F5344CB8AC3E}">
        <p14:creationId xmlns:p14="http://schemas.microsoft.com/office/powerpoint/2010/main" val="1149010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223f22a034aac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2">
            <a:extLst xmlns:a="http://schemas.openxmlformats.org/drawingml/2006/main">
              <a:ext uri="{FF2B5EF4-FFF2-40B4-BE49-F238E27FC236}">
                <a16:creationId xmlns:a16="http://schemas.microsoft.com/office/drawing/2014/main" id="{76370212-B93E-4795-850D-E485686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6C7211AE-6EDF-41E9-AF6A-70A991FD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hook-kicker">
            <a:extLst xmlns:a="http://schemas.openxmlformats.org/drawingml/2006/main">
              <a:ext uri="{FF2B5EF4-FFF2-40B4-BE49-F238E27FC236}">
                <a16:creationId xmlns:a16="http://schemas.microsoft.com/office/drawing/2014/main" id="{FF163FEE-3415-475E-8EBF-0D1F255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一个很轻的念头</a:t>
            </a:r>
          </a:p>
        </p:txBody>
      </p:sp>
      <p:sp>
        <p:nvSpPr>
          <p:cNvPr id="5" name="hook-title">
            <a:extLst xmlns:a="http://schemas.openxmlformats.org/drawingml/2006/main">
              <a:ext uri="{FF2B5EF4-FFF2-40B4-BE49-F238E27FC236}">
                <a16:creationId xmlns:a16="http://schemas.microsoft.com/office/drawing/2014/main" id="{0AF5D333-F483-422F-97EF-E910F62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不该在注册页面里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慢慢消失</a:t>
            </a:r>
          </a:p>
        </p:txBody>
      </p:sp>
      <p:sp>
        <p:nvSpPr>
          <p:cNvPr id="6" name="hook-body">
            <a:extLst xmlns:a="http://schemas.openxmlformats.org/drawingml/2006/main">
              <a:ext uri="{FF2B5EF4-FFF2-40B4-BE49-F238E27FC236}">
                <a16:creationId xmlns:a16="http://schemas.microsoft.com/office/drawing/2014/main" id="{1FB9F8CC-4140-4A85-86E5-59E86C5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记录之前的每一次打断，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都可能让想法晚一步落地。</a:t>
            </a:r>
          </a:p>
        </p:txBody>
      </p:sp>
      <p:sp>
        <p:nvSpPr>
          <p:cNvPr id="7" name="friction-words">
            <a:extLst xmlns:a="http://schemas.openxmlformats.org/drawingml/2006/main">
              <a:ext uri="{FF2B5EF4-FFF2-40B4-BE49-F238E27FC236}">
                <a16:creationId xmlns:a16="http://schemas.microsoft.com/office/drawing/2014/main" id="{16E7E248-17EA-4146-AE49-BCA15320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2250" b="0">
                <a:solidFill>
                  <a:srgbClr val="B5B1AA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5B1AA"/>
                </a:solidFill>
                <a:latin typeface="PingFang SC"/>
                <a:ea typeface="PingFang SC"/>
                <a:cs typeface="PingFang SC"/>
              </a:rPr>
              <a:t>注册   手机号   验证码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250" b="0">
                <a:solidFill>
                  <a:srgbClr val="B5B1AA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5B1AA"/>
                </a:solidFill>
                <a:latin typeface="PingFang SC"/>
                <a:ea typeface="PingFang SC"/>
                <a:cs typeface="PingFang SC"/>
              </a:rPr>
              <a:t>模板   工作区   新手引导</a:t>
            </a:r>
          </a:p>
        </p:txBody>
      </p:sp>
      <p:sp>
        <p:nvSpPr>
          <p:cNvPr id="8" name="write-word">
            <a:extLst xmlns:a="http://schemas.openxmlformats.org/drawingml/2006/main">
              <a:ext uri="{FF2B5EF4-FFF2-40B4-BE49-F238E27FC236}">
                <a16:creationId xmlns:a16="http://schemas.microsoft.com/office/drawing/2014/main" id="{17C42FAD-580C-40AB-A5C5-7B35FA0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3524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7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17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写</a:t>
            </a:r>
          </a:p>
        </p:txBody>
      </p:sp>
      <p:sp>
        <p:nvSpPr>
          <p:cNvPr id="9" name="write-caption">
            <a:extLst xmlns:a="http://schemas.openxmlformats.org/drawingml/2006/main">
              <a:ext uri="{FF2B5EF4-FFF2-40B4-BE49-F238E27FC236}">
                <a16:creationId xmlns:a16="http://schemas.microsoft.com/office/drawing/2014/main" id="{50F7F215-168B-4763-A72E-613AA00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打开，就开始</a:t>
            </a:r>
          </a:p>
        </p:txBody>
      </p:sp>
    </p:spTree>
    <p:extLst>
      <p:ext uri="{BB962C8B-B14F-4D97-AF65-F5344CB8AC3E}">
        <p14:creationId xmlns:p14="http://schemas.microsoft.com/office/powerpoint/2010/main" val="357098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a905ba57456f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3">
            <a:extLst xmlns:a="http://schemas.openxmlformats.org/drawingml/2006/main">
              <a:ext uri="{FF2B5EF4-FFF2-40B4-BE49-F238E27FC236}">
                <a16:creationId xmlns:a16="http://schemas.microsoft.com/office/drawing/2014/main" id="{9035090A-35C9-4C9A-A616-04F421A6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DE585639-D42C-4CF2-B3EE-43AEC36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pill-免登录-92">
            <a:extLst xmlns:a="http://schemas.openxmlformats.org/drawingml/2006/main">
              <a:ext uri="{FF2B5EF4-FFF2-40B4-BE49-F238E27FC236}">
                <a16:creationId xmlns:a16="http://schemas.microsoft.com/office/drawing/2014/main" id="{DEF0D61A-75CC-4412-8E1A-FA43C369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免登录-92">
            <a:extLst xmlns:a="http://schemas.openxmlformats.org/drawingml/2006/main">
              <a:ext uri="{FF2B5EF4-FFF2-40B4-BE49-F238E27FC236}">
                <a16:creationId xmlns:a16="http://schemas.microsoft.com/office/drawing/2014/main" id="{430B7EC2-CC59-4F21-BBDF-1943C1B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免登录</a:t>
            </a:r>
          </a:p>
        </p:txBody>
      </p:sp>
      <p:sp>
        <p:nvSpPr>
          <p:cNvPr id="6" name="login-title">
            <a:extLst xmlns:a="http://schemas.openxmlformats.org/drawingml/2006/main">
              <a:ext uri="{FF2B5EF4-FFF2-40B4-BE49-F238E27FC236}">
                <a16:creationId xmlns:a16="http://schemas.microsoft.com/office/drawing/2014/main" id="{AFCDA798-5F29-4C53-B244-8C34DE1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429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第一次打开，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就已经可以写了</a:t>
            </a:r>
          </a:p>
        </p:txBody>
      </p:sp>
      <p:sp>
        <p:nvSpPr>
          <p:cNvPr id="7" name="login-body">
            <a:extLst xmlns:a="http://schemas.openxmlformats.org/drawingml/2006/main">
              <a:ext uri="{FF2B5EF4-FFF2-40B4-BE49-F238E27FC236}">
                <a16:creationId xmlns:a16="http://schemas.microsoft.com/office/drawing/2014/main" id="{91F6AA8D-BC3A-4B69-A512-47DFAE34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没有 App 账号，没有手机号，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也不用再记一个密码。</a:t>
            </a:r>
          </a:p>
        </p:txBody>
      </p:sp>
      <p:sp>
        <p:nvSpPr>
          <p:cNvPr id="8" name="login-line">
            <a:extLst xmlns:a="http://schemas.openxmlformats.org/drawingml/2006/main">
              <a:ext uri="{FF2B5EF4-FFF2-40B4-BE49-F238E27FC236}">
                <a16:creationId xmlns:a16="http://schemas.microsoft.com/office/drawing/2014/main" id="{DE5CAFCA-BAE1-48A8-8C65-9564D2E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灵感抵达时，入口只剩一个。</a:t>
            </a:r>
          </a:p>
        </p:txBody>
      </p:sp>
      <p:sp>
        <p:nvSpPr>
          <p:cNvPr id="9" name="shot1-frame">
            <a:extLst xmlns:a="http://schemas.openxmlformats.org/drawingml/2006/main">
              <a:ext uri="{FF2B5EF4-FFF2-40B4-BE49-F238E27FC236}">
                <a16:creationId xmlns:a16="http://schemas.microsoft.com/office/drawing/2014/main" id="{77120E9E-0048-49D5-A9CE-2468AD1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81050"/>
            <a:ext cx="3200400" cy="56578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3a7979c9f4000"/>
          <a:stretch xmlns:a="http://schemas.openxmlformats.org/drawingml/2006/main"/>
        </p:blipFill>
        <p:spPr>
          <a:xfrm xmlns:a="http://schemas.openxmlformats.org/drawingml/2006/main">
            <a:off x="7813812" y="876300"/>
            <a:ext cx="2527026" cy="5467350"/>
          </a:xfrm>
          <a:prstGeom xmlns:a="http://schemas.openxmlformats.org/drawingml/2006/main" prst="roundRect">
            <a:avLst>
              <a:gd name="adj" fmla="val 10759"/>
            </a:avLst>
          </a:prstGeom>
        </p:spPr>
      </p:pic>
    </p:spTree>
    <p:extLst>
      <p:ext uri="{BB962C8B-B14F-4D97-AF65-F5344CB8AC3E}">
        <p14:creationId xmlns:p14="http://schemas.microsoft.com/office/powerpoint/2010/main" val="399670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46e865bad4a72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4">
            <a:extLst xmlns:a="http://schemas.openxmlformats.org/drawingml/2006/main">
              <a:ext uri="{FF2B5EF4-FFF2-40B4-BE49-F238E27FC236}">
                <a16:creationId xmlns:a16="http://schemas.microsoft.com/office/drawing/2014/main" id="{8F1B6CB1-1735-4B71-8DB0-A86B1DC0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F2D346F9-23AF-4455-9E81-2733531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pill-本地优先-92">
            <a:extLst xmlns:a="http://schemas.openxmlformats.org/drawingml/2006/main">
              <a:ext uri="{FF2B5EF4-FFF2-40B4-BE49-F238E27FC236}">
                <a16:creationId xmlns:a16="http://schemas.microsoft.com/office/drawing/2014/main" id="{0A6B7443-0F4D-4B04-9205-E09C250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3906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本地优先-92">
            <a:extLst xmlns:a="http://schemas.openxmlformats.org/drawingml/2006/main">
              <a:ext uri="{FF2B5EF4-FFF2-40B4-BE49-F238E27FC236}">
                <a16:creationId xmlns:a16="http://schemas.microsoft.com/office/drawing/2014/main" id="{58E905E2-9454-46BE-B5BE-2CDCE7C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本地优先</a:t>
            </a:r>
          </a:p>
        </p:txBody>
      </p:sp>
      <p:sp>
        <p:nvSpPr>
          <p:cNvPr id="6" name="local-title">
            <a:extLst xmlns:a="http://schemas.openxmlformats.org/drawingml/2006/main">
              <a:ext uri="{FF2B5EF4-FFF2-40B4-BE49-F238E27FC236}">
                <a16:creationId xmlns:a16="http://schemas.microsoft.com/office/drawing/2014/main" id="{31224B87-9DEC-4D68-B202-3A69ABFD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5905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先让文字落地，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再让同步发生</a:t>
            </a:r>
          </a:p>
        </p:txBody>
      </p:sp>
      <p:sp>
        <p:nvSpPr>
          <p:cNvPr id="7" name="local-body">
            <a:extLst xmlns:a="http://schemas.openxmlformats.org/drawingml/2006/main">
              <a:ext uri="{FF2B5EF4-FFF2-40B4-BE49-F238E27FC236}">
                <a16:creationId xmlns:a16="http://schemas.microsoft.com/office/drawing/2014/main" id="{8012C000-063A-4868-960E-22F6FEE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没网也能继续写。网络恢复以后，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CloudKit 再安静地完成同步。</a:t>
            </a:r>
          </a:p>
        </p:txBody>
      </p:sp>
      <p:sp>
        <p:nvSpPr>
          <p:cNvPr id="8" name="flow-input">
            <a:extLst xmlns:a="http://schemas.openxmlformats.org/drawingml/2006/main">
              <a:ext uri="{FF2B5EF4-FFF2-40B4-BE49-F238E27FC236}">
                <a16:creationId xmlns:a16="http://schemas.microsoft.com/office/drawing/2014/main" id="{941DD4A3-745F-43D9-936D-5A56D2D0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3429000" cy="8382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7D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flow-input-text">
            <a:extLst xmlns:a="http://schemas.openxmlformats.org/drawingml/2006/main">
              <a:ext uri="{FF2B5EF4-FFF2-40B4-BE49-F238E27FC236}">
                <a16:creationId xmlns:a16="http://schemas.microsoft.com/office/drawing/2014/main" id="{C8B93292-4798-4F7A-B241-167C8406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383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写下一段文字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3526E08-4E89-4D0F-A052-F3179AF8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>
                <a:solidFill>
                  <a:srgbClr val="D3B46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D3B46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1" name="flow-local">
            <a:extLst xmlns:a="http://schemas.openxmlformats.org/drawingml/2006/main">
              <a:ext uri="{FF2B5EF4-FFF2-40B4-BE49-F238E27FC236}">
                <a16:creationId xmlns:a16="http://schemas.microsoft.com/office/drawing/2014/main" id="{F5AE5426-A6A7-40F7-9F9D-29C4ED8A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3429000" cy="8382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local-text">
            <a:extLst xmlns:a="http://schemas.openxmlformats.org/drawingml/2006/main">
              <a:ext uri="{FF2B5EF4-FFF2-40B4-BE49-F238E27FC236}">
                <a16:creationId xmlns:a16="http://schemas.microsoft.com/office/drawing/2014/main" id="{2778CB74-DE67-4B6D-8DBF-2ABA3905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81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本地立即保存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DA75DE85-B04D-409D-A6C1-EECB58EE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4" name="flow-cloud">
            <a:extLst xmlns:a="http://schemas.openxmlformats.org/drawingml/2006/main">
              <a:ext uri="{FF2B5EF4-FFF2-40B4-BE49-F238E27FC236}">
                <a16:creationId xmlns:a16="http://schemas.microsoft.com/office/drawing/2014/main" id="{3D650B70-FCD6-4DF6-8C7B-DA1E79C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3429000" cy="8382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cloud-text">
            <a:extLst xmlns:a="http://schemas.openxmlformats.org/drawingml/2006/main">
              <a:ext uri="{FF2B5EF4-FFF2-40B4-BE49-F238E27FC236}">
                <a16:creationId xmlns:a16="http://schemas.microsoft.com/office/drawing/2014/main" id="{590C8850-6444-4713-8D13-3B082639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244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CloudKit 后台同步</a:t>
            </a:r>
          </a:p>
        </p:txBody>
      </p:sp>
    </p:spTree>
    <p:extLst>
      <p:ext uri="{BB962C8B-B14F-4D97-AF65-F5344CB8AC3E}">
        <p14:creationId xmlns:p14="http://schemas.microsoft.com/office/powerpoint/2010/main" val="95804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074479319429a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5">
            <a:extLst xmlns:a="http://schemas.openxmlformats.org/drawingml/2006/main">
              <a:ext uri="{FF2B5EF4-FFF2-40B4-BE49-F238E27FC236}">
                <a16:creationId xmlns:a16="http://schemas.microsoft.com/office/drawing/2014/main" id="{FC5171F1-3590-44B6-9E03-8B641011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97C43C3C-5650-4C61-8CC5-8442F250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pill-隐私优先-92">
            <a:extLst xmlns:a="http://schemas.openxmlformats.org/drawingml/2006/main">
              <a:ext uri="{FF2B5EF4-FFF2-40B4-BE49-F238E27FC236}">
                <a16:creationId xmlns:a16="http://schemas.microsoft.com/office/drawing/2014/main" id="{18029E5C-6BA9-400A-812C-E981A459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3906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隐私优先-92">
            <a:extLst xmlns:a="http://schemas.openxmlformats.org/drawingml/2006/main">
              <a:ext uri="{FF2B5EF4-FFF2-40B4-BE49-F238E27FC236}">
                <a16:creationId xmlns:a16="http://schemas.microsoft.com/office/drawing/2014/main" id="{1205D864-3ADC-44B8-8592-121E1A36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9B76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B7625"/>
                </a:solidFill>
                <a:latin typeface="PingFang SC"/>
                <a:ea typeface="PingFang SC"/>
                <a:cs typeface="PingFang SC"/>
              </a:rPr>
              <a:t>隐私优先</a:t>
            </a:r>
          </a:p>
        </p:txBody>
      </p:sp>
      <p:sp>
        <p:nvSpPr>
          <p:cNvPr id="6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A4BB9955-3E1C-4A58-9087-B21B2497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笔记留在你的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Apple 生态里</a:t>
            </a:r>
          </a:p>
        </p:txBody>
      </p:sp>
      <p:sp>
        <p:nvSpPr>
          <p:cNvPr id="7" name="privacy-body">
            <a:extLst xmlns:a="http://schemas.openxmlformats.org/drawingml/2006/main">
              <a:ext uri="{FF2B5EF4-FFF2-40B4-BE49-F238E27FC236}">
                <a16:creationId xmlns:a16="http://schemas.microsoft.com/office/drawing/2014/main" id="{94717C32-FE66-4E62-BF11-13D4DD2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561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产品方不保存你的笔记正文，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也不需要建立一套新的账号体系。</a:t>
            </a:r>
          </a:p>
        </p:txBody>
      </p:sp>
      <p:sp>
        <p:nvSpPr>
          <p:cNvPr id="8" name="privacy-emphasis">
            <a:extLst xmlns:a="http://schemas.openxmlformats.org/drawingml/2006/main">
              <a:ext uri="{FF2B5EF4-FFF2-40B4-BE49-F238E27FC236}">
                <a16:creationId xmlns:a16="http://schemas.microsoft.com/office/drawing/2014/main" id="{863F3405-432F-476A-8E61-44C076A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私人笔记，首先应该是私人的。</a:t>
            </a:r>
          </a:p>
        </p:txBody>
      </p:sp>
      <p:sp>
        <p:nvSpPr>
          <p:cNvPr id="9" name="privacy-frame">
            <a:extLst xmlns:a="http://schemas.openxmlformats.org/drawingml/2006/main">
              <a:ext uri="{FF2B5EF4-FFF2-40B4-BE49-F238E27FC236}">
                <a16:creationId xmlns:a16="http://schemas.microsoft.com/office/drawing/2014/main" id="{9E6FE485-80F5-4BDE-A948-819B261D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3905250" cy="5429250"/>
          </a:xfrm>
          <a:prstGeom xmlns:a="http://schemas.openxmlformats.org/drawingml/2006/main" prst="roundRect">
            <a:avLst>
              <a:gd name="adj" fmla="val 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1318da4d346eb"/>
          <a:srcRect xmlns:a="http://schemas.openxmlformats.org/drawingml/2006/main" l="30545" t="0" r="305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009650"/>
            <a:ext cx="3714750" cy="52387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</p:spTree>
    <p:extLst>
      <p:ext uri="{BB962C8B-B14F-4D97-AF65-F5344CB8AC3E}">
        <p14:creationId xmlns:p14="http://schemas.microsoft.com/office/powerpoint/2010/main" val="2071622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295049b474991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6">
            <a:extLst xmlns:a="http://schemas.openxmlformats.org/drawingml/2006/main">
              <a:ext uri="{FF2B5EF4-FFF2-40B4-BE49-F238E27FC236}">
                <a16:creationId xmlns:a16="http://schemas.microsoft.com/office/drawing/2014/main" id="{EC8E33FE-602D-49F2-8203-6E2C09C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E31C31B1-44A1-4EF9-AF45-FB4574CE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pill-富文本编辑-92">
            <a:extLst xmlns:a="http://schemas.openxmlformats.org/drawingml/2006/main">
              <a:ext uri="{FF2B5EF4-FFF2-40B4-BE49-F238E27FC236}">
                <a16:creationId xmlns:a16="http://schemas.microsoft.com/office/drawing/2014/main" id="{781B1893-372D-498D-BE46-757D9EB7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562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富文本编辑-92">
            <a:extLst xmlns:a="http://schemas.openxmlformats.org/drawingml/2006/main">
              <a:ext uri="{FF2B5EF4-FFF2-40B4-BE49-F238E27FC236}">
                <a16:creationId xmlns:a16="http://schemas.microsoft.com/office/drawing/2014/main" id="{8090DC36-D8F6-4647-ACD9-04D9C9DC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富文本编辑</a:t>
            </a:r>
          </a:p>
        </p:txBody>
      </p:sp>
      <p:sp>
        <p:nvSpPr>
          <p:cNvPr id="6" name="editor-title">
            <a:extLst xmlns:a="http://schemas.openxmlformats.org/drawingml/2006/main">
              <a:ext uri="{FF2B5EF4-FFF2-40B4-BE49-F238E27FC236}">
                <a16:creationId xmlns:a16="http://schemas.microsoft.com/office/drawing/2014/main" id="{CCA79A3A-76A3-4AF4-A195-93B40F50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认真写，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也安心保存</a:t>
            </a:r>
          </a:p>
        </p:txBody>
      </p:sp>
      <p:sp>
        <p:nvSpPr>
          <p:cNvPr id="7" name="editor-body">
            <a:extLst xmlns:a="http://schemas.openxmlformats.org/drawingml/2006/main">
              <a:ext uri="{FF2B5EF4-FFF2-40B4-BE49-F238E27FC236}">
                <a16:creationId xmlns:a16="http://schemas.microsoft.com/office/drawing/2014/main" id="{7A1ED3C6-CB1A-4734-98D3-A51FC38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标题、段落、引用、图片、列表和代码，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都能自然编辑，并持续自动保存。</a:t>
            </a:r>
          </a:p>
        </p:txBody>
      </p:sp>
      <p:sp>
        <p:nvSpPr>
          <p:cNvPr id="8" name="editor-note">
            <a:extLst xmlns:a="http://schemas.openxmlformats.org/drawingml/2006/main">
              <a:ext uri="{FF2B5EF4-FFF2-40B4-BE49-F238E27FC236}">
                <a16:creationId xmlns:a16="http://schemas.microsoft.com/office/drawing/2014/main" id="{B93C9DF5-FD6F-447D-8C81-E033D12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3B46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3B46F"/>
                </a:solidFill>
                <a:latin typeface="PingFang SC"/>
                <a:ea typeface="PingFang SC"/>
                <a:cs typeface="PingFang SC"/>
              </a:rPr>
              <a:t>编辑能力更强，工具感更轻。</a:t>
            </a:r>
          </a:p>
        </p:txBody>
      </p:sp>
      <p:sp>
        <p:nvSpPr>
          <p:cNvPr id="9" name="shot4-frame">
            <a:extLst xmlns:a="http://schemas.openxmlformats.org/drawingml/2006/main">
              <a:ext uri="{FF2B5EF4-FFF2-40B4-BE49-F238E27FC236}">
                <a16:creationId xmlns:a16="http://schemas.microsoft.com/office/drawing/2014/main" id="{C00355BE-CB44-40F3-9E4B-C1273695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81050"/>
            <a:ext cx="3200400" cy="56578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b821c61e4618"/>
          <a:stretch xmlns:a="http://schemas.openxmlformats.org/drawingml/2006/main"/>
        </p:blipFill>
        <p:spPr>
          <a:xfrm xmlns:a="http://schemas.openxmlformats.org/drawingml/2006/main">
            <a:off x="7813812" y="876300"/>
            <a:ext cx="2527026" cy="5467350"/>
          </a:xfrm>
          <a:prstGeom xmlns:a="http://schemas.openxmlformats.org/drawingml/2006/main" prst="roundRect">
            <a:avLst>
              <a:gd name="adj" fmla="val 10759"/>
            </a:avLst>
          </a:prstGeom>
        </p:spPr>
      </p:pic>
    </p:spTree>
    <p:extLst>
      <p:ext uri="{BB962C8B-B14F-4D97-AF65-F5344CB8AC3E}">
        <p14:creationId xmlns:p14="http://schemas.microsoft.com/office/powerpoint/2010/main" val="977497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9c58d24474e0e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7">
            <a:extLst xmlns:a="http://schemas.openxmlformats.org/drawingml/2006/main">
              <a:ext uri="{FF2B5EF4-FFF2-40B4-BE49-F238E27FC236}">
                <a16:creationId xmlns:a16="http://schemas.microsoft.com/office/drawing/2014/main" id="{9B27A51F-1B08-41B4-A6B5-F77D1ACC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AE3290DC-4310-4662-AA81-005C887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pill-文档列表-92">
            <a:extLst xmlns:a="http://schemas.openxmlformats.org/drawingml/2006/main">
              <a:ext uri="{FF2B5EF4-FFF2-40B4-BE49-F238E27FC236}">
                <a16:creationId xmlns:a16="http://schemas.microsoft.com/office/drawing/2014/main" id="{8689F656-C869-47CE-8738-452711B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3906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文档列表-92">
            <a:extLst xmlns:a="http://schemas.openxmlformats.org/drawingml/2006/main">
              <a:ext uri="{FF2B5EF4-FFF2-40B4-BE49-F238E27FC236}">
                <a16:creationId xmlns:a16="http://schemas.microsoft.com/office/drawing/2014/main" id="{388989B4-58AF-4C02-9BE3-800A752D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8157E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157E5"/>
                </a:solidFill>
                <a:latin typeface="PingFang SC"/>
                <a:ea typeface="PingFang SC"/>
                <a:cs typeface="PingFang SC"/>
              </a:rPr>
              <a:t>文档列表</a:t>
            </a:r>
          </a:p>
        </p:txBody>
      </p:sp>
      <p:sp>
        <p:nvSpPr>
          <p:cNvPr id="6" name="list-title">
            <a:extLst xmlns:a="http://schemas.openxmlformats.org/drawingml/2006/main">
              <a:ext uri="{FF2B5EF4-FFF2-40B4-BE49-F238E27FC236}">
                <a16:creationId xmlns:a16="http://schemas.microsoft.com/office/drawing/2014/main" id="{A9FF8067-E1B3-4D71-A2C8-7E6BD53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写得越多，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回来依然很快</a:t>
            </a:r>
          </a:p>
        </p:txBody>
      </p:sp>
      <p:sp>
        <p:nvSpPr>
          <p:cNvPr id="7" name="list-body">
            <a:extLst xmlns:a="http://schemas.openxmlformats.org/drawingml/2006/main">
              <a:ext uri="{FF2B5EF4-FFF2-40B4-BE49-F238E27FC236}">
                <a16:creationId xmlns:a16="http://schemas.microsoft.com/office/drawing/2014/main" id="{9626CC6A-4CC2-4FFA-92E5-ED702DF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按更新时间整理文档，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文件夹让不同生活各有位置。</a:t>
            </a:r>
          </a:p>
        </p:txBody>
      </p:sp>
      <p:sp>
        <p:nvSpPr>
          <p:cNvPr id="8" name="list-note">
            <a:extLst xmlns:a="http://schemas.openxmlformats.org/drawingml/2006/main">
              <a:ext uri="{FF2B5EF4-FFF2-40B4-BE49-F238E27FC236}">
                <a16:creationId xmlns:a16="http://schemas.microsoft.com/office/drawing/2014/main" id="{84F499EB-610C-46B6-B859-023AEDB0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8157E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8157E5"/>
                </a:solidFill>
                <a:latin typeface="PingFang SC"/>
                <a:ea typeface="PingFang SC"/>
                <a:cs typeface="PingFang SC"/>
              </a:rPr>
              <a:t>不是知识库，是你的个人文档空间。</a:t>
            </a:r>
          </a:p>
        </p:txBody>
      </p:sp>
      <p:sp>
        <p:nvSpPr>
          <p:cNvPr id="9" name="shot2-frame">
            <a:extLst xmlns:a="http://schemas.openxmlformats.org/drawingml/2006/main">
              <a:ext uri="{FF2B5EF4-FFF2-40B4-BE49-F238E27FC236}">
                <a16:creationId xmlns:a16="http://schemas.microsoft.com/office/drawing/2014/main" id="{F43AB351-1048-4D2B-8F01-E645F43A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81050"/>
            <a:ext cx="3200400" cy="56578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cd5ee350d4744"/>
          <a:stretch xmlns:a="http://schemas.openxmlformats.org/drawingml/2006/main"/>
        </p:blipFill>
        <p:spPr>
          <a:xfrm xmlns:a="http://schemas.openxmlformats.org/drawingml/2006/main">
            <a:off x="7813812" y="876300"/>
            <a:ext cx="2527026" cy="5467350"/>
          </a:xfrm>
          <a:prstGeom xmlns:a="http://schemas.openxmlformats.org/drawingml/2006/main" prst="roundRect">
            <a:avLst>
              <a:gd name="adj" fmla="val 10759"/>
            </a:avLst>
          </a:prstGeom>
        </p:spPr>
      </p:pic>
    </p:spTree>
    <p:extLst>
      <p:ext uri="{BB962C8B-B14F-4D97-AF65-F5344CB8AC3E}">
        <p14:creationId xmlns:p14="http://schemas.microsoft.com/office/powerpoint/2010/main" val="1408385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a0848a4c249cb"/>
          <a:stretch xmlns:a="http://schemas.openxmlformats.org/drawingml/2006/main"/>
        </p:blipFill>
        <p:spPr>
          <a:xfrm xmlns:a="http://schemas.openxmlformats.org/drawingml/2006/main">
            <a:off x="514350" y="361950"/>
            <a:ext cx="400050" cy="4000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2" name="brand-name-8">
            <a:extLst xmlns:a="http://schemas.openxmlformats.org/drawingml/2006/main">
              <a:ext uri="{FF2B5EF4-FFF2-40B4-BE49-F238E27FC236}">
                <a16:creationId xmlns:a16="http://schemas.microsoft.com/office/drawing/2014/main" id="{7EC9EDEC-BB9B-4BD7-8E14-E61BE8A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一页</a:t>
            </a:r>
          </a:p>
        </p:txBody>
      </p:sp>
      <p:sp>
        <p:nvSpPr>
          <p:cNvPr id="3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1F891FA4-9FE5-4412-BF8F-42DE905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pill-快速搜索-92">
            <a:extLst xmlns:a="http://schemas.openxmlformats.org/drawingml/2006/main">
              <a:ext uri="{FF2B5EF4-FFF2-40B4-BE49-F238E27FC236}">
                <a16:creationId xmlns:a16="http://schemas.microsoft.com/office/drawing/2014/main" id="{55867E7C-F08B-4357-92BE-E32F8EAB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3906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l-text-快速搜索-92">
            <a:extLst xmlns:a="http://schemas.openxmlformats.org/drawingml/2006/main">
              <a:ext uri="{FF2B5EF4-FFF2-40B4-BE49-F238E27FC236}">
                <a16:creationId xmlns:a16="http://schemas.microsoft.com/office/drawing/2014/main" id="{26CE7BD0-69A8-42D3-BD73-2E0B515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快速搜索</a:t>
            </a:r>
          </a:p>
        </p:txBody>
      </p:sp>
      <p:sp>
        <p:nvSpPr>
          <p:cNvPr id="6" name="search-title">
            <a:extLst xmlns:a="http://schemas.openxmlformats.org/drawingml/2006/main">
              <a:ext uri="{FF2B5EF4-FFF2-40B4-BE49-F238E27FC236}">
                <a16:creationId xmlns:a16="http://schemas.microsoft.com/office/drawing/2014/main" id="{DE37C12A-FFF1-4A12-9002-8BFA907D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记得一个词，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就能找回一页</a:t>
            </a:r>
          </a:p>
        </p:txBody>
      </p:sp>
      <p:sp>
        <p:nvSpPr>
          <p:cNvPr id="7" name="search-body">
            <a:extLst xmlns:a="http://schemas.openxmlformats.org/drawingml/2006/main">
              <a:ext uri="{FF2B5EF4-FFF2-40B4-BE49-F238E27FC236}">
                <a16:creationId xmlns:a16="http://schemas.microsoft.com/office/drawing/2014/main" id="{FFF92091-C66E-4433-80BC-85EE810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工作清单、旅行草稿、读书摘录，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输入标题关键词就能回到现场。</a:t>
            </a:r>
          </a:p>
        </p:txBody>
      </p:sp>
      <p:sp>
        <p:nvSpPr>
          <p:cNvPr id="8" name="search-note">
            <a:extLst xmlns:a="http://schemas.openxmlformats.org/drawingml/2006/main">
              <a:ext uri="{FF2B5EF4-FFF2-40B4-BE49-F238E27FC236}">
                <a16:creationId xmlns:a16="http://schemas.microsoft.com/office/drawing/2014/main" id="{9DECB7A0-7CB5-451B-984E-F94F6FCF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E6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BFF"/>
                </a:solidFill>
                <a:latin typeface="PingFang SC"/>
                <a:ea typeface="PingFang SC"/>
                <a:cs typeface="PingFang SC"/>
              </a:rPr>
              <a:t>记录的价值，在于以后还能找到。</a:t>
            </a:r>
          </a:p>
        </p:txBody>
      </p:sp>
      <p:sp>
        <p:nvSpPr>
          <p:cNvPr id="9" name="shot3-frame">
            <a:extLst xmlns:a="http://schemas.openxmlformats.org/drawingml/2006/main">
              <a:ext uri="{FF2B5EF4-FFF2-40B4-BE49-F238E27FC236}">
                <a16:creationId xmlns:a16="http://schemas.microsoft.com/office/drawing/2014/main" id="{02FE20D8-38A0-49F7-BE22-48D5231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81050"/>
            <a:ext cx="3200400" cy="56578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99e22b3394025"/>
          <a:stretch xmlns:a="http://schemas.openxmlformats.org/drawingml/2006/main"/>
        </p:blipFill>
        <p:spPr>
          <a:xfrm xmlns:a="http://schemas.openxmlformats.org/drawingml/2006/main">
            <a:off x="7813812" y="876300"/>
            <a:ext cx="2527026" cy="5467350"/>
          </a:xfrm>
          <a:prstGeom xmlns:a="http://schemas.openxmlformats.org/drawingml/2006/main" prst="roundRect">
            <a:avLst>
              <a:gd name="adj" fmla="val 10759"/>
            </a:avLst>
          </a:prstGeom>
        </p:spPr>
      </p:pic>
    </p:spTree>
    <p:extLst>
      <p:ext uri="{BB962C8B-B14F-4D97-AF65-F5344CB8AC3E}">
        <p14:creationId xmlns:p14="http://schemas.microsoft.com/office/powerpoint/2010/main" val="874257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page">
            <a:extLst xmlns:a="http://schemas.openxmlformats.org/drawingml/2006/main">
              <a:ext uri="{FF2B5EF4-FFF2-40B4-BE49-F238E27FC236}">
                <a16:creationId xmlns:a16="http://schemas.microsoft.com/office/drawing/2014/main" id="{DCFA9F78-00A3-4158-B096-8FCB6FF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7D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00895caf64f20"/>
          <a:stretch xmlns:a="http://schemas.openxmlformats.org/drawingml/2006/main"/>
        </p:blipFill>
        <p:spPr>
          <a:xfrm xmlns:a="http://schemas.openxmlformats.org/drawingml/2006/main">
            <a:off x="1123950" y="1104900"/>
            <a:ext cx="1200150" cy="1200150"/>
          </a:xfrm>
          <a:prstGeom xmlns:a="http://schemas.openxmlformats.org/drawingml/2006/main" prst="roundRect">
            <a:avLst>
              <a:gd name="adj" fmla="val 23810"/>
            </a:avLst>
          </a:prstGeom>
        </p:spPr>
      </p:pic>
      <p:sp>
        <p:nvSpPr>
          <p:cNvPr id="3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0AB4882-CB1D-4FDC-810A-EB25587E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954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一页 · 个人笔记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E13E26F-C02D-49BC-A1F6-AC4B362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8858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比系统备忘录更认真，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F2328"/>
                </a:solidFill>
                <a:latin typeface="PingFang SC"/>
                <a:ea typeface="PingFang SC"/>
                <a:cs typeface="PingFang SC"/>
              </a:rPr>
              <a:t>比大型知识库更轻。</a:t>
            </a:r>
          </a:p>
        </p:txBody>
      </p:sp>
      <p:sp>
        <p:nvSpPr>
          <p:cNvPr id="5" name="close-body">
            <a:extLst xmlns:a="http://schemas.openxmlformats.org/drawingml/2006/main">
              <a:ext uri="{FF2B5EF4-FFF2-40B4-BE49-F238E27FC236}">
                <a16:creationId xmlns:a16="http://schemas.microsoft.com/office/drawing/2014/main" id="{5F4C34C7-54EB-4B69-B8DC-DDB14DF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747B8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747B86"/>
                </a:solidFill>
                <a:latin typeface="PingFang SC"/>
                <a:ea typeface="PingFang SC"/>
                <a:cs typeface="PingFang SC"/>
              </a:rPr>
              <a:t>打开就写，资料归自己，工具别打扰。</a:t>
            </a:r>
          </a:p>
        </p:txBody>
      </p:sp>
      <p:sp>
        <p:nvSpPr>
          <p:cNvPr id="6" name="pill-从一页开始-118">
            <a:extLst xmlns:a="http://schemas.openxmlformats.org/drawingml/2006/main">
              <a:ext uri="{FF2B5EF4-FFF2-40B4-BE49-F238E27FC236}">
                <a16:creationId xmlns:a16="http://schemas.microsoft.com/office/drawing/2014/main" id="{C2B88DC1-D324-4407-8E30-EFC9C133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从一页开始-118">
            <a:extLst xmlns:a="http://schemas.openxmlformats.org/drawingml/2006/main">
              <a:ext uri="{FF2B5EF4-FFF2-40B4-BE49-F238E27FC236}">
                <a16:creationId xmlns:a16="http://schemas.microsoft.com/office/drawing/2014/main" id="{B4886ADC-8AE7-49D0-8C3C-116D0359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D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DF7"/>
                </a:solidFill>
                <a:latin typeface="PingFang SC"/>
                <a:ea typeface="PingFang SC"/>
                <a:cs typeface="PingFang SC"/>
              </a:rPr>
              <a:t>从一页开始</a:t>
            </a:r>
          </a:p>
        </p:txBody>
      </p:sp>
      <p:sp>
        <p:nvSpPr>
          <p:cNvPr id="8" name="close-brand">
            <a:extLst xmlns:a="http://schemas.openxmlformats.org/drawingml/2006/main">
              <a:ext uri="{FF2B5EF4-FFF2-40B4-BE49-F238E27FC236}">
                <a16:creationId xmlns:a16="http://schemas.microsoft.com/office/drawing/2014/main" id="{383CB39F-9457-4DE0-BD2C-3367F1D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7E8F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8F78"/>
                </a:solidFill>
                <a:latin typeface="PingFang SC"/>
                <a:ea typeface="PingFang SC"/>
                <a:cs typeface="PingFang SC"/>
              </a:rPr>
              <a:t>写下只属于你的想法</a:t>
            </a:r>
          </a:p>
        </p:txBody>
      </p:sp>
    </p:spTree>
    <p:extLst>
      <p:ext uri="{BB962C8B-B14F-4D97-AF65-F5344CB8AC3E}">
        <p14:creationId xmlns:p14="http://schemas.microsoft.com/office/powerpoint/2010/main" val="647874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2026-07-01T13:46:17.6090000Z</dcterms:created>
  <dcterms:modified xsi:type="dcterms:W3CDTF">2026-07-01T13:46:17.6090000Z</dcterms:modified>
</coreProperties>
</file>